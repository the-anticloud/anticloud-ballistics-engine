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07 Iso 27001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2026-10-02T11:05:59.953986Z | Framework ID: 07_ISO_27001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ISO/IEC 27001:2022, ISO/IEC 42001:2023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Annex A: A.5 (Policies), A.8 (Asset Mgmt), A.9 (Access Control), A.10 (Crypto), A.12 (Ops), A.14 (Dev)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 controls: CONFORMANT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+ scrypt (SovereignMemory) satisfies A.10.1; AIOSS chain satisfies A.12.4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89f0a7de245489546c633d9712fbd849db16a3e3b1e8bc774edd2784a9cdd525</a:t>
            </a:r>
          </a:p>
          <a:p>
            <a:r>
              <a:rPr sz="1000">
                <a:solidFill>
                  <a:srgbClr val="222222"/>
                </a:solidFill>
              </a:rPr>
              <a:t>  SHA3-256 (chain) | e3c2b6dadb84c12abd1d95830c355c27e1c4c6372af28fed80e2f04aa041d856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2026-10-02T11:05:59.953986Z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