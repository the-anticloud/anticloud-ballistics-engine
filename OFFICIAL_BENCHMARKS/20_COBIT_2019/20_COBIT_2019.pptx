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2026-10-02T11:06:02.696110Z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dbec637dc8b7a30547bc611a6c1e2e51306880f60bf0665db566cbaddd061b22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2026-10-02T11:06:02.696110Z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