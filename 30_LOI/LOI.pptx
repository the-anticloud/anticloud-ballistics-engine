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BALLISTICS_ENGINE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BALLISTICS_ENGINE (Simple ballistic trajectory in C),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